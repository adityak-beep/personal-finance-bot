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82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Flask web app with Google Gemini advice and a rule-based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Applies to students, salaried employees, freelancers and households.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results are not stated here; run the command and add real results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Personal Finance Advisor Bot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PROJECT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Finance Advisor Bot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An AI-powered web app that turns income and expense records into clear, actionable advice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Aditya Khobragade  </a:t>
            </a:r>
            <a:r>
              <a:rPr lang="en-US" sz="1400" dirty="0">
                <a:solidFill>
                  <a:schemeClr val="bg1"/>
                </a:solidFill>
              </a:rPr>
              <a:t>|  github.com/AdityaK-beep/personal-finance-bot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Most people don't know where their money goes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457200" y="164592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ker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visibility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Spending is scattered across categories with no clear total or pattern.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64592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ker"/>
          <p:cNvSpPr/>
          <p:nvPr/>
        </p:nvSpPr>
        <p:spPr>
          <a:xfrm>
            <a:off x="3474720" y="18288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Hard to budget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Overspending is noticed only after the month ends.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26480" y="164592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arker"/>
          <p:cNvSpPr/>
          <p:nvPr/>
        </p:nvSpPr>
        <p:spPr>
          <a:xfrm>
            <a:off x="6309360" y="18288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Advice too complex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Charts and numbers don't tell beginners what to actually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tep circle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Track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Record income and expenses by category</a:t>
            </a:r>
            <a:endParaRPr lang="en-US" sz="1400" dirty="0"/>
          </a:p>
        </p:txBody>
      </p:sp>
      <p:sp>
        <p:nvSpPr>
          <p:cNvPr id="7" name="step circle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Calculate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Server computes totals, savings rate, budget usage</a:t>
            </a:r>
            <a:endParaRPr lang="en-US" sz="1400" dirty="0"/>
          </a:p>
        </p:txBody>
      </p:sp>
      <p:sp>
        <p:nvSpPr>
          <p:cNvPr id="11" name="step circle"/>
          <p:cNvSpPr/>
          <p:nvPr/>
        </p:nvSpPr>
        <p:spPr>
          <a:xfrm>
            <a:off x="525780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Visualise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Dashboard and category chart</a:t>
            </a:r>
            <a:endParaRPr lang="en-US" sz="1400" dirty="0"/>
          </a:p>
        </p:txBody>
      </p:sp>
      <p:sp>
        <p:nvSpPr>
          <p:cNvPr id="15" name="step circle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Advise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Gemini explains results in plain language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The user stays in control: the AI interprets the numbers, it never decides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Salaried Professional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Predictable income; wants to cut waste and grow monthly savings.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493776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College Student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Limited allowance; needs simple tracking and spending limits.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Freelancer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 income; needs cash-flow view and emergency-fund guidance.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arker"/>
          <p:cNvSpPr/>
          <p:nvPr/>
        </p:nvSpPr>
        <p:spPr>
          <a:xfrm>
            <a:off x="4937760" y="310896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Household Manager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Tracks rent, groceries and utilities; monitors the household budget.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Secure login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Hashed passwords, sessions, isolated user data.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Tracking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Income and expenses with categories.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2648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"/>
          <p:cNvSpPr/>
          <p:nvPr/>
        </p:nvSpPr>
        <p:spPr>
          <a:xfrm>
            <a:off x="6309360" y="13716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Budgets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limits, savings targets, alerts.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arker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Analytics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Chart.js category breakdown.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9184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arker"/>
          <p:cNvSpPr/>
          <p:nvPr/>
        </p:nvSpPr>
        <p:spPr>
          <a:xfrm>
            <a:off x="3474720" y="3200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76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advice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Gemini insights with 50/30/20 comparison.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12648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arker"/>
          <p:cNvSpPr/>
          <p:nvPr/>
        </p:nvSpPr>
        <p:spPr>
          <a:xfrm>
            <a:off x="6309360" y="32004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Fallback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Rule-based insights if AI is unavailable.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flow box"/>
          <p:cNvSpPr/>
          <p:nvPr/>
        </p:nvSpPr>
        <p:spPr>
          <a:xfrm>
            <a:off x="457200" y="15544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01952" y="173736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6" name="flow box"/>
          <p:cNvSpPr/>
          <p:nvPr/>
        </p:nvSpPr>
        <p:spPr>
          <a:xfrm>
            <a:off x="2121408" y="15544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21408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Flask routes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3736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flow box"/>
          <p:cNvSpPr/>
          <p:nvPr/>
        </p:nvSpPr>
        <p:spPr>
          <a:xfrm>
            <a:off x="3785616" y="15544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85616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Models + SQLite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173736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flow box"/>
          <p:cNvSpPr/>
          <p:nvPr/>
        </p:nvSpPr>
        <p:spPr>
          <a:xfrm>
            <a:off x="5449824" y="15544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9824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Finance services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94576" y="173736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flow box"/>
          <p:cNvSpPr/>
          <p:nvPr/>
        </p:nvSpPr>
        <p:spPr>
          <a:xfrm>
            <a:off x="7114032" y="15544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14032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Gemini or fallback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Routes handle requests; models store data; services hold the logic.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queries are scoped to the logged-in user.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a compact calculated summary is sent to the 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3.11+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Flask 3.x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Flask-SQLAlchemy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Flask-Login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Gunicorn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and AI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SQLite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SQLAlchemy ORM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Google Gemini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google-genai SDK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2648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"/>
          <p:cNvSpPr/>
          <p:nvPr/>
        </p:nvSpPr>
        <p:spPr>
          <a:xfrm>
            <a:off x="6309360" y="13716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HTML5, Jinja2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Bootstrap 5.3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Vanilla JavaScript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Chart.js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 stay on the server</a:t>
            </a:r>
            <a:endParaRPr lang="en-US" sz="32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Net balance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Income − Expenses</a:t>
            </a:r>
            <a:endParaRPr lang="en-US" sz="2000" dirty="0"/>
          </a:p>
        </p:txBody>
      </p:sp>
      <p:sp>
        <p:nvSpPr>
          <p:cNvPr id="6" name="formula card"/>
          <p:cNvSpPr/>
          <p:nvPr/>
        </p:nvSpPr>
        <p:spPr>
          <a:xfrm>
            <a:off x="329184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Savings rate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Net ÷ Income × 100</a:t>
            </a:r>
            <a:endParaRPr lang="en-US" sz="2000" dirty="0"/>
          </a:p>
        </p:txBody>
      </p:sp>
      <p:sp>
        <p:nvSpPr>
          <p:cNvPr id="9" name="formula card"/>
          <p:cNvSpPr/>
          <p:nvPr/>
        </p:nvSpPr>
        <p:spPr>
          <a:xfrm>
            <a:off x="612648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Budget usage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Spent ÷ Limit × 100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Zero income or zero budget limit never causes a divide-by-zero error.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AI interprets results but is never the source of arithmetic.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insights with a safety net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Google Gemini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Receives a compact summary: totals, savings rate, category spend, budget use and persona.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Returns an overview, warnings and practical recommendations in simple language.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493776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Rule-based fallback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Runs when the API key is missing or the provider fails.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Flags negative balance, overspent budgets and dominant categories, and is labelled as rule-based.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privacy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Accounts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Hashed passwords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Login-protected pages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Ownership checks on every record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Server-side validation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Parameterised ORM queries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Escaped templates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2648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"/>
          <p:cNvSpPr/>
          <p:nvPr/>
        </p:nvSpPr>
        <p:spPr>
          <a:xfrm>
            <a:off x="6309360" y="13716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Secrets and privacy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Keys in environment variables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.env never committed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Minimal data sent to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deployment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suite in the tests folder, run with: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-m unittest tests/test_suite.py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Covers auth, transactions, budgets, dashboard and AI fallback.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493776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Deployment options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Render (render.yaml)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Railway (Procfile)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(Dockerfile)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SECRET_KEY and GEMINI_API_KEY on the host.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bank connection or auto-import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Figures depend on user entries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recurring transactions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 financial advice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493776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enhancements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 import and export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Recurring records and reminders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Savings goals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PDF reports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Month-to-month comparison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numbers. Plain-language advice.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github.com/AdityaK-beep/personal-finance-bot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ce Teal">
  <a:themeElements>
    <a:clrScheme name="Finance Teal">
      <a:dk1>
        <a:srgbClr val="1B2A2B"/>
      </a:dk1>
      <a:lt1>
        <a:srgbClr val="FFFFFF"/>
      </a:lt1>
      <a:dk2>
        <a:srgbClr val="0F3D3E"/>
      </a:dk2>
      <a:lt2>
        <a:srgbClr val="E8F1EF"/>
      </a:lt2>
      <a:accent1>
        <a:srgbClr val="0F3D3E"/>
      </a:accent1>
      <a:accent2>
        <a:srgbClr val="2E8B7A"/>
      </a:accent2>
      <a:accent3>
        <a:srgbClr val="D4A017"/>
      </a:accent3>
      <a:accent4>
        <a:srgbClr val="C8553D"/>
      </a:accent4>
      <a:accent5>
        <a:srgbClr val="6B8E8A"/>
      </a:accent5>
      <a:accent6>
        <a:srgbClr val="9FC5BE"/>
      </a:accent6>
      <a:hlink>
        <a:srgbClr val="2E8B7A"/>
      </a:hlink>
      <a:folHlink>
        <a:srgbClr val="6B8E8A"/>
      </a:folHlink>
    </a:clrScheme>
    <a:fontScheme name="Finance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On-screen Show (16:9)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Finance Teal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Advisor Bot</dc:title>
  <dc:subject>PptxGenJS Presentation</dc:subject>
  <dc:creator>PptxGenJS</dc:creator>
  <cp:lastModifiedBy>RAJ KARALE</cp:lastModifiedBy>
  <cp:revision>2</cp:revision>
  <dcterms:created xsi:type="dcterms:W3CDTF">2026-10-28T15:54:25Z</dcterms:created>
  <dcterms:modified xsi:type="dcterms:W3CDTF">2026-10-28T15:57:57Z</dcterms:modified>
</cp:coreProperties>
</file>